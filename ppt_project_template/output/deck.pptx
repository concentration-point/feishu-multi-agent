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097280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057400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F4E79"/>
                </a:solidFill>
                <a:latin typeface="Microsoft YaHei"/>
              </a:rPr>
              <a:t>AI-Generated PPT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880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Microsoft YaHei"/>
              </a:rPr>
              <a:t>Storyboard → Design System → Editable PPT →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2120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YaHei"/>
              </a:rPr>
              <a:t>PPT project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Microsoft YaHei"/>
              </a:rPr>
              <a:t>Today’s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5506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89A2B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36776"/>
            <a:ext cx="8869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22222"/>
                </a:solidFill>
                <a:latin typeface="Microsoft YaHei"/>
              </a:rPr>
              <a:t>Material intake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7802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89A2B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59736"/>
            <a:ext cx="8869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22222"/>
                </a:solidFill>
                <a:latin typeface="Microsoft YaHei"/>
              </a:rPr>
              <a:t>Storyboard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54680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009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89A2B"/>
                </a:solidFill>
                <a:latin typeface="Microsoft YaHe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82696"/>
            <a:ext cx="8869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22222"/>
                </a:solidFill>
                <a:latin typeface="Microsoft YaHei"/>
              </a:rPr>
              <a:t>Design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77640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12394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89A2B"/>
                </a:solidFill>
                <a:latin typeface="Microsoft YaHe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05656"/>
            <a:ext cx="8869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22222"/>
                </a:solidFill>
                <a:latin typeface="Microsoft YaHei"/>
              </a:rPr>
              <a:t>Native PPT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800600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94690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89A2B"/>
                </a:solidFill>
                <a:latin typeface="Microsoft YaHe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928616"/>
            <a:ext cx="8869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22222"/>
                </a:solidFill>
                <a:latin typeface="Microsoft YaHei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D89A2B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4231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7F8FA"/>
                </a:solidFill>
                <a:latin typeface="Microsoft YaHei"/>
              </a:rPr>
              <a:t>Why native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7F8FA"/>
                </a:solidFill>
                <a:latin typeface="Microsoft YaHei"/>
              </a:rPr>
              <a:t>New-born decks are more stable than lossy edits of old templates.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Microsoft YaHei"/>
              </a:rPr>
              <a:t>Core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33375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488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Microsoft YaHei"/>
              </a:rPr>
              <a:t>Editable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Microsoft YaHei"/>
              </a:rPr>
              <a:t>Titles, body text, labels and page numbers stay as PPT text boxes.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33375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21488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Microsoft YaHei"/>
              </a:rPr>
              <a:t>Structured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74320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Microsoft YaHei"/>
              </a:rPr>
              <a:t>Every slide comes from a storyboard and a reusable layout.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3375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14884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Microsoft YaHei"/>
              </a:rPr>
              <a:t>Validated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74320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Microsoft YaHei"/>
              </a:rPr>
              <a:t>Generation is not done until the deck passes structural checks.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Microsoft YaHei"/>
              </a:rPr>
              <a:t>Production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743200"/>
            <a:ext cx="1920240" cy="7315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962656"/>
            <a:ext cx="1700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7F8FA"/>
                </a:solidFill>
                <a:latin typeface="Microsoft YaHei"/>
              </a:rPr>
              <a:t>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296265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89A2B"/>
                </a:solidFill>
                <a:latin typeface="Microsoft YaHe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35808" y="2743200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45536" y="2962656"/>
            <a:ext cx="1700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Microsoft YaHei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1768" y="296265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89A2B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48656" y="2743200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58384" y="2962656"/>
            <a:ext cx="1700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Microsoft YaHei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4616" y="296265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89A2B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61504" y="2743200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2962656"/>
            <a:ext cx="1700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Microsoft YaHei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7464" y="296265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89A2B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74352" y="2743200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962656"/>
            <a:ext cx="1700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Microsoft YaHei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Microsoft YaHe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459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22222"/>
                </a:solidFill>
                <a:latin typeface="Microsoft YaHei"/>
              </a:defRPr>
            </a:pPr>
            <a:r>
              <a:t>Do not start by modifying a fragile old PPT.</a:t>
            </a:r>
          </a:p>
          <a:p>
            <a:pPr>
              <a:defRPr sz="1700">
                <a:solidFill>
                  <a:srgbClr val="222222"/>
                </a:solidFill>
                <a:latin typeface="Microsoft YaHei"/>
              </a:defRPr>
            </a:pPr>
            <a:r>
              <a:t>Use frontend-slides as design-system inspiration, not the final executor.</a:t>
            </a:r>
          </a:p>
          <a:p>
            <a:pPr>
              <a:defRPr sz="1700">
                <a:solidFill>
                  <a:srgbClr val="222222"/>
                </a:solidFill>
                <a:latin typeface="Microsoft YaHei"/>
              </a:defRPr>
            </a:pPr>
            <a:r>
              <a:t>Use python-pptx or pptxgenjs to produce editable native decks.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7F8FA"/>
                </a:solidFill>
                <a:latin typeface="Microsoft YaHei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7F8FA"/>
                </a:solidFill>
                <a:latin typeface="Microsoft YaHei"/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